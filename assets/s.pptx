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EE2F57-6A47-4616-BCCC-74EE2FF56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6BA076-5AB3-48C6-861E-5FE51103B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97F5D2-7B26-4ACC-AAF4-FD9A3C4F0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5DFF-EEB0-430F-B355-3770C178F176}" type="datetimeFigureOut">
              <a:rPr lang="zh-CN" altLang="en-US" smtClean="0"/>
              <a:t>2023/7/10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BD44D-5BFD-4680-88F8-0C11DB05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3EBE09-F841-41FC-9FAE-E16F0487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FD7E-BA18-4F9D-A70C-A7B5AC018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143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1DC934-4FB7-4716-9D87-7F276716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67DD51-5912-4A8C-8876-AF356F66A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4F5394-C6A8-4449-9588-6F4D28BDA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5DFF-EEB0-430F-B355-3770C178F176}" type="datetimeFigureOut">
              <a:rPr lang="zh-CN" altLang="en-US" smtClean="0"/>
              <a:t>2023/7/10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5A9C62-4D81-4345-B1C0-51B2A63AA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8343C9-3DED-4F25-8B88-235CE4B0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FD7E-BA18-4F9D-A70C-A7B5AC018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156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0D162-D972-4C6A-B5B9-1F106329C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DFC064-E797-4FEF-A640-90548D286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98B4B6-ABE1-4E3C-818B-0ECFD397D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5DFF-EEB0-430F-B355-3770C178F176}" type="datetimeFigureOut">
              <a:rPr lang="zh-CN" altLang="en-US" smtClean="0"/>
              <a:t>2023/7/10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022D8F-7DD7-4140-B175-DF4DE00C1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71C8E6-632A-4A60-99F2-EC2513795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FD7E-BA18-4F9D-A70C-A7B5AC018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525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F60940-905E-4294-BCCF-3DF21184B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C2E3A4-D261-47E3-B88C-2748CE1D5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2CC767-297D-4864-BD8D-179735938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E899D2-DCD6-43B4-BC62-A060F2D93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5DFF-EEB0-430F-B355-3770C178F176}" type="datetimeFigureOut">
              <a:rPr lang="zh-CN" altLang="en-US" smtClean="0"/>
              <a:t>2023/7/10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D29265-61DA-478F-B16D-7A7D1B71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18300C-9557-44BD-938A-45E890BB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FD7E-BA18-4F9D-A70C-A7B5AC018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768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A5941-37BE-4FA5-B572-2DE5300A1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4A2CAD-D163-4763-8D0A-0C48DC571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AB5C49-C93C-4ECB-A49A-9986D19CA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77F158-0A2A-4F0D-AF17-12A374670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79A9788-D242-4511-99AA-053F0B76D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C3FD76-4FAD-44EA-80A1-0BE160AC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5DFF-EEB0-430F-B355-3770C178F176}" type="datetimeFigureOut">
              <a:rPr lang="zh-CN" altLang="en-US" smtClean="0"/>
              <a:t>2023/7/10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ED9486-BB71-4A1E-9039-94A668E6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48CBC7-1A18-4153-9168-38AD9110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FD7E-BA18-4F9D-A70C-A7B5AC018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03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519296-62B1-4C69-89D8-2A241680A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32C6F1-9334-4AD0-AC6F-8DDBA9CA9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5DFF-EEB0-430F-B355-3770C178F176}" type="datetimeFigureOut">
              <a:rPr lang="zh-CN" altLang="en-US" smtClean="0"/>
              <a:t>2023/7/10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62264C-0600-4115-9C60-09E70C4D0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4B7420-88A0-42FE-B89D-7B00BC866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FD7E-BA18-4F9D-A70C-A7B5AC018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712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BA0E17E-DDD5-48C9-B99A-0723DB9DD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5DFF-EEB0-430F-B355-3770C178F176}" type="datetimeFigureOut">
              <a:rPr lang="zh-CN" altLang="en-US" smtClean="0"/>
              <a:t>2023/7/10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4A8FE5-5F25-4434-A6AE-5E7B16F2A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320AB1-E042-4A42-BD59-6CE16CA3D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FD7E-BA18-4F9D-A70C-A7B5AC018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978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EC2828-A788-4A92-BDD8-C036499E7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07282D-A339-4FD2-9173-6AE667118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EE3BCB-3A88-4415-B3A2-8F09CD9B8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A0EFB5-B939-4B75-BB8C-70FE43FE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5DFF-EEB0-430F-B355-3770C178F176}" type="datetimeFigureOut">
              <a:rPr lang="zh-CN" altLang="en-US" smtClean="0"/>
              <a:t>2023/7/10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C979CE-0995-492D-BD79-557611C4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BBEA2F-B2A5-41EA-90C0-E0D61BBA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FD7E-BA18-4F9D-A70C-A7B5AC018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00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555CD-9305-4ADC-9C3A-5D586B8A8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2D7199-B88A-4F80-BBA0-3F27DA98D6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323BB5-977B-4FDB-9DC0-778393C11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C561C4-151A-4585-89A4-E5BDB5B31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5DFF-EEB0-430F-B355-3770C178F176}" type="datetimeFigureOut">
              <a:rPr lang="zh-CN" altLang="en-US" smtClean="0"/>
              <a:t>2023/7/10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93498E-DDDF-4545-9207-D5D0380C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9624BD-CC1D-4702-938D-B4A6CC891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FD7E-BA18-4F9D-A70C-A7B5AC018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626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1B915-7A2B-4CEB-8BE2-036FAF19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9D66A8-ADC8-4FF7-8918-F8A4B9970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16AD33-94C0-44B9-94E0-8F715580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5DFF-EEB0-430F-B355-3770C178F176}" type="datetimeFigureOut">
              <a:rPr lang="zh-CN" altLang="en-US" smtClean="0"/>
              <a:t>2023/7/10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870477-9CD9-4321-8369-E45502FE7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0CDE65-E451-488A-9389-144571D9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FD7E-BA18-4F9D-A70C-A7B5AC018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54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1FB1666-40F3-41EE-9C95-3D4771AB1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7A48EB-AEC4-442C-BE37-2A797E53A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5CC563-1EB2-42A6-8F42-BB9D114B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5DFF-EEB0-430F-B355-3770C178F176}" type="datetimeFigureOut">
              <a:rPr lang="zh-CN" altLang="en-US" smtClean="0"/>
              <a:t>2023/7/10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CA4014-9D16-4F5B-AAA9-4E86865D5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780D18-FAAF-4187-B00C-ECEE0364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FFD7E-BA18-4F9D-A70C-A7B5AC018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780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30C239-AF2F-49A3-BB42-30747D0D5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B39AC9-AFE8-4FB9-B771-7D5D32629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D3710C-299C-46BD-8871-8A3CF67D86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A5DFF-EEB0-430F-B355-3770C178F176}" type="datetimeFigureOut">
              <a:rPr lang="zh-CN" altLang="en-US" smtClean="0"/>
              <a:t>2023/7/10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80F277-5D94-400F-94C9-7D1F405CC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BCFB67-3DB2-4E36-90D3-60C227A28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FFD7E-BA18-4F9D-A70C-A7B5AC0187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663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D84F2235-107F-4A3D-BAA2-9B9CFF188AB7}"/>
              </a:ext>
            </a:extLst>
          </p:cNvPr>
          <p:cNvGrpSpPr/>
          <p:nvPr/>
        </p:nvGrpSpPr>
        <p:grpSpPr>
          <a:xfrm>
            <a:off x="1915382" y="725077"/>
            <a:ext cx="9144000" cy="5143500"/>
            <a:chOff x="833020" y="437786"/>
            <a:chExt cx="10243335" cy="576187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66BC2DC-363B-462B-AF86-3B6E5BBEC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20" y="437786"/>
              <a:ext cx="10243335" cy="5761876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59509A7-08E5-485E-9642-02D2BDAF773C}"/>
                </a:ext>
              </a:extLst>
            </p:cNvPr>
            <p:cNvSpPr txBox="1"/>
            <p:nvPr/>
          </p:nvSpPr>
          <p:spPr>
            <a:xfrm>
              <a:off x="8715488" y="3225442"/>
              <a:ext cx="2360867" cy="482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spc="-150" dirty="0">
                  <a:solidFill>
                    <a:schemeClr val="bg1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或许我们曾有</a:t>
              </a:r>
              <a:endParaRPr lang="en-US" altLang="zh-CN" sz="1100" spc="-150" dirty="0">
                <a:solidFill>
                  <a:schemeClr val="bg1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  <a:p>
              <a:r>
                <a:rPr lang="en-US" altLang="zh-CN" sz="1100" spc="-150" dirty="0">
                  <a:solidFill>
                    <a:schemeClr val="bg1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                             </a:t>
              </a:r>
              <a:r>
                <a:rPr lang="zh-CN" altLang="en-US" sz="1100" spc="-150" dirty="0">
                  <a:solidFill>
                    <a:schemeClr val="bg1"/>
                  </a:solidFill>
                  <a:effectLst>
                    <a:glow rad="228600">
                      <a:schemeClr val="tx1">
                        <a:alpha val="40000"/>
                      </a:schemeClr>
                    </a:glo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另一种选择。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4648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华文中宋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Sqrt YZ</dc:creator>
  <cp:lastModifiedBy>Sqrt YZ</cp:lastModifiedBy>
  <cp:revision>5</cp:revision>
  <dcterms:created xsi:type="dcterms:W3CDTF">2023-07-09T16:02:58Z</dcterms:created>
  <dcterms:modified xsi:type="dcterms:W3CDTF">2023-07-10T11:23:15Z</dcterms:modified>
</cp:coreProperties>
</file>